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43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8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63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2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32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0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14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19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506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7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712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9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5/30/2025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65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8" y="1173379"/>
            <a:ext cx="7524003" cy="970450"/>
          </a:xfrm>
        </p:spPr>
        <p:txBody>
          <a:bodyPr>
            <a:normAutofit fontScale="90000"/>
          </a:bodyPr>
          <a:lstStyle/>
          <a:p>
            <a:r>
              <a:rPr dirty="0"/>
              <a:t>Image Classification Using </a:t>
            </a:r>
            <a:r>
              <a:rPr lang="en-US" dirty="0"/>
              <a:t>      </a:t>
            </a:r>
            <a:r>
              <a:rPr dirty="0"/>
              <a:t>Machine Learning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8604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Presented by: </a:t>
            </a:r>
            <a:r>
              <a:rPr lang="en-US" dirty="0"/>
              <a:t>Pranjal, Archita , Ananya, Aman Rawat</a:t>
            </a:r>
            <a:endParaRPr dirty="0"/>
          </a:p>
          <a:p>
            <a:r>
              <a:rPr dirty="0"/>
              <a:t>University Roll No.: </a:t>
            </a:r>
            <a:r>
              <a:rPr lang="en-US" dirty="0"/>
              <a:t>183229285072, 183229285018, 183229285014, 183229285012</a:t>
            </a:r>
            <a:endParaRPr dirty="0"/>
          </a:p>
          <a:p>
            <a:r>
              <a:rPr dirty="0"/>
              <a:t>Under the guidance of: Ms. </a:t>
            </a:r>
            <a:r>
              <a:rPr lang="en-US" dirty="0"/>
              <a:t>Deepti Nagpal</a:t>
            </a:r>
            <a:endParaRPr dirty="0"/>
          </a:p>
          <a:p>
            <a:r>
              <a:rPr dirty="0"/>
              <a:t>Department of Computer Applications</a:t>
            </a:r>
            <a:r>
              <a:rPr lang="en-US" dirty="0"/>
              <a:t> </a:t>
            </a:r>
          </a:p>
          <a:p>
            <a:r>
              <a:rPr lang="en-US" dirty="0"/>
              <a:t>Phonics Group Of Institutions 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of ML in computer vision.</a:t>
            </a:r>
          </a:p>
          <a:p>
            <a:r>
              <a:t>Image classification bridges human vision and computation.</a:t>
            </a:r>
          </a:p>
          <a:p>
            <a:r>
              <a:t>Dataset: Fashion MNIST with 70,000 grayscale images.</a:t>
            </a:r>
          </a:p>
          <a:p>
            <a:r>
              <a:t>Goal: Classify fashion items using CNN.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Build an accurate CNN model.</a:t>
            </a:r>
          </a:p>
          <a:p>
            <a:r>
              <a:t>2. Preprocess and analyze dataset.</a:t>
            </a:r>
          </a:p>
          <a:p>
            <a:r>
              <a:t>3. Evaluate model performance.</a:t>
            </a:r>
          </a:p>
          <a:p>
            <a:r>
              <a:t>4. Implement GUI using Tkinter.</a:t>
            </a:r>
          </a:p>
          <a:p>
            <a:r>
              <a:t>5. Optimize for unseen data.</a:t>
            </a:r>
          </a:p>
          <a:p>
            <a:r>
              <a:t>6. Real-world application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Inefficiency of traditional image classification.</a:t>
            </a:r>
          </a:p>
          <a:p>
            <a:r>
              <a:t>Solution: Use CNN for automatic feature learning.</a:t>
            </a:r>
          </a:p>
          <a:p>
            <a:r>
              <a:t>Applications: Healthcare, Retail, Autonomous Vehicles.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Technical: Python, TensorFlow, Keras, Tkinter.</a:t>
            </a:r>
          </a:p>
          <a:p>
            <a:r>
              <a:t>Economic: Open-source, low-cost setup.</a:t>
            </a:r>
          </a:p>
          <a:p>
            <a:r>
              <a:t>Operational: Easy-to-use GUI, real-time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Python 3.x</a:t>
            </a:r>
          </a:p>
          <a:p>
            <a:r>
              <a:t>Libraries: TensorFlow, Keras, NumPy, Matplotlib</a:t>
            </a:r>
          </a:p>
          <a:p>
            <a:r>
              <a:t>GUI: Tkinter</a:t>
            </a:r>
          </a:p>
          <a:p>
            <a:r>
              <a:t>Dataset: Fashion MNIST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Layers: Conv → Pool → Flatten → Dense → Softmax</a:t>
            </a:r>
          </a:p>
          <a:p>
            <a:r>
              <a:t>Techniques: Dropout, Adam Optimizer</a:t>
            </a:r>
          </a:p>
          <a:p>
            <a:r>
              <a:t>Output: Category with confidence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Tkinter.</a:t>
            </a:r>
          </a:p>
          <a:p>
            <a:r>
              <a:t>Allows image upload and real-time classification.</a:t>
            </a:r>
          </a:p>
          <a:p>
            <a:r>
              <a:t>Displays predicted label with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 &amp; Recall</a:t>
            </a:r>
          </a:p>
          <a:p>
            <a:r>
              <a:t>Confusion Matrix</a:t>
            </a:r>
          </a:p>
          <a:p>
            <a:r>
              <a:t>Inference time: &lt;2 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Analysis</a:t>
            </a:r>
          </a:p>
          <a:p>
            <a:r>
              <a:t>2. Data Preparation</a:t>
            </a:r>
          </a:p>
          <a:p>
            <a:r>
              <a:t>3. Model Development</a:t>
            </a:r>
          </a:p>
          <a:p>
            <a:r>
              <a:t>4. GUI Integration</a:t>
            </a:r>
          </a:p>
          <a:p>
            <a:r>
              <a:t>5. Testing &amp; Evaluation</a:t>
            </a:r>
          </a:p>
          <a:p>
            <a:r>
              <a:t>6. Documentation &amp;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Phase-wise duration from Week 1 to Week 10.</a:t>
            </a:r>
          </a:p>
          <a:p>
            <a:r>
              <a:t>Visual Gantt chart representation recommended.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loading and preprocessing</a:t>
            </a:r>
          </a:p>
          <a:p>
            <a:r>
              <a:t>CNN model building</a:t>
            </a:r>
          </a:p>
          <a:p>
            <a:r>
              <a:t>Tkinter GUI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Dataset Preparation Module</a:t>
            </a:r>
          </a:p>
          <a:p>
            <a:r>
              <a:t>2. Model Training Module</a:t>
            </a:r>
          </a:p>
          <a:p>
            <a:r>
              <a:t>3. Evaluation Module</a:t>
            </a:r>
          </a:p>
          <a:p>
            <a:r>
              <a:t>4. GUI Module</a:t>
            </a:r>
          </a:p>
          <a:p>
            <a:r>
              <a:t>5. Integration &amp;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 → Dropout, augmentation</a:t>
            </a:r>
          </a:p>
          <a:p>
            <a:r>
              <a:t>Latency → CNN optimization</a:t>
            </a:r>
          </a:p>
          <a:p>
            <a:r>
              <a:t>User Experience → Minimalist GUI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to real-time webcam input.</a:t>
            </a:r>
          </a:p>
          <a:p>
            <a:r>
              <a:t>Apply to medical/surveillance fields.</a:t>
            </a:r>
          </a:p>
          <a:p>
            <a:r>
              <a:t>Deploy GUI as a web app.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Quotable</vt:lpstr>
      <vt:lpstr>Image Classification Using       Machine Learning </vt:lpstr>
      <vt:lpstr>Introduction</vt:lpstr>
      <vt:lpstr>Objectives</vt:lpstr>
      <vt:lpstr>System Analysis</vt:lpstr>
      <vt:lpstr>Feasibility Study</vt:lpstr>
      <vt:lpstr>Tools &amp; Technologies</vt:lpstr>
      <vt:lpstr>CNN Model Overview</vt:lpstr>
      <vt:lpstr>GUI Functionality</vt:lpstr>
      <vt:lpstr>Evaluation Metrics</vt:lpstr>
      <vt:lpstr>Project Phases</vt:lpstr>
      <vt:lpstr>Timeline &amp; Gantt Chart</vt:lpstr>
      <vt:lpstr>Coding Snapshot</vt:lpstr>
      <vt:lpstr>Modular Design</vt:lpstr>
      <vt:lpstr>Challenges &amp; Solutions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Using Machine Learning</dc:title>
  <dc:subject/>
  <dc:creator/>
  <cp:keywords/>
  <dc:description>generated using python-pptx</dc:description>
  <cp:lastModifiedBy>Boby rana</cp:lastModifiedBy>
  <cp:revision>3</cp:revision>
  <dcterms:created xsi:type="dcterms:W3CDTF">2013-01-27T09:14:16Z</dcterms:created>
  <dcterms:modified xsi:type="dcterms:W3CDTF">2025-05-30T08:21:59Z</dcterms:modified>
  <cp:category/>
</cp:coreProperties>
</file>